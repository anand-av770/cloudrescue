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b58aa9d-9e74-9449-8dbf-2f2aaca86617}">
          <p14:sldIdLst>
            <p14:sldId id="256"/>
          </p14:sldIdLst>
        </p14:section>
        <p14:section name="Context" id="{98d7396e-c5a7-f926-5a04-511a4fa3f88f}">
          <p14:sldIdLst>
            <p14:sldId id="257"/>
            <p14:sldId id="258"/>
            <p14:sldId id="259"/>
          </p14:sldIdLst>
        </p14:section>
        <p14:section name="Working" id="{42915f23-2196-ae45-49aa-df2e43748a4b}">
          <p14:sldIdLst>
            <p14:sldId id="260"/>
            <p14:sldId id="261"/>
          </p14:sldIdLst>
        </p14:section>
        <p14:section name="Features" id="{58e89934-51d5-d71f-ec65-07358b6b6a49}">
          <p14:sldIdLst>
            <p14:sldId id="262"/>
            <p14:sldId id="263"/>
          </p14:sldIdLst>
        </p14:section>
        <p14:section name="Impact" id="{bcefbbaf-c973-349b-af4d-21c6ba83c683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CloudRescue is a disaster-response prototype for Kerala. This deck explains what the website does, how it works behind the scenes, and its positive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slide: during floods, information arrives from many channels. CloudRescue brings it into one prioritised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navigation items of the website: report an emergency, live map, command center and shelters.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group sees what it needs from the same live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cloud stages. The serverless function is the key step: it classifies the incident and gives it a 0 to 100 priority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 form scores each report as the citizen fills it in. The number shown is an illustrative example, not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row: headline numbers. Table: the newest incidents with their priority scores. Right: the Kochi live map. All values are demo data from the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Citizens can check which shelters have room and what services they offer before travelling. Figures are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benefits: speed, shared visibility, faster dispatch, safer decisions for citizens, scalability and resource tracking.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emergency numbers shown on the website, and remind the audience that the site is a demo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LIGH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7315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DISASTER RESPONSE FOR KERALA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CloudRescue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97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From emergency report to rescue dispatch, in seconds.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Website walkthrough: how it works and why it helps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faster response matters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84632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Reports scatter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7922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Calls, messages and posts reach many people at once, with no single queue.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450592"/>
            <a:ext cx="484632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63347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7063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542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Priorities are unclear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8712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Teams struggle to tell a trapped family from a blocked road.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3529584"/>
            <a:ext cx="484632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371246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4962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6210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Resources are hard to see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39502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Managers lack one live view of teams, shelters and supplies.</a:t>
            </a:r>
            <a:endParaRPr lang="en-US" sz="1300" dirty="0"/>
          </a:p>
        </p:txBody>
      </p:sp>
      <p:pic>
        <p:nvPicPr>
          <p:cNvPr id="18" name="Water panel" descr="pan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371600"/>
            <a:ext cx="3017520" cy="323697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897880" y="16916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minute counts</a:t>
            </a:r>
            <a:endParaRPr lang="en-US" sz="2800" dirty="0"/>
          </a:p>
        </p:txBody>
      </p:sp>
      <p:sp>
        <p:nvSpPr>
          <p:cNvPr id="20" name="Text 14"/>
          <p:cNvSpPr txBox="1"/>
          <p:nvPr/>
        </p:nvSpPr>
        <p:spPr>
          <a:xfrm>
            <a:off x="5897880" y="30175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CloudRescue gives rescuers a ranked, mapped list instead of a pile of messages.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CloudRescue?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3200400"/>
          </a:xfrm>
          <a:prstGeom prst="roundRect">
            <a:avLst>
              <a:gd name="adj" fmla="val 428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emergency reports become ranked, mapped, assignable incidents for Kerala's disaster managers.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657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A web app with four parts: report, map, command center, shelters.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2011680" cy="1508760"/>
          </a:xfrm>
          <a:prstGeom prst="roundRect">
            <a:avLst>
              <a:gd name="adj" fmla="val 7273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916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3460" y="162306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25780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Report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20848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Citizens submit type, location, people affected and photos.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20840" y="1371600"/>
            <a:ext cx="2011680" cy="1508760"/>
          </a:xfrm>
          <a:prstGeom prst="roundRect">
            <a:avLst>
              <a:gd name="adj" fmla="val 7273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162306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0664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Live map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0" y="208483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Roads, danger zones, safe zones and shelters.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0" y="3017520"/>
            <a:ext cx="2011680" cy="1508760"/>
          </a:xfrm>
          <a:prstGeom prst="roundRect">
            <a:avLst>
              <a:gd name="adj" fmla="val 7273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09160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60" y="326898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57800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Command center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4709160" y="373075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Incidents, teams and stock in one place.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720840" y="3017520"/>
            <a:ext cx="2011680" cy="1508760"/>
          </a:xfrm>
          <a:prstGeom prst="roundRect">
            <a:avLst>
              <a:gd name="adj" fmla="val 7273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858000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326898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06640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Shelters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858000" y="373075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Capacity and services before you travel.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three kinds of users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3200400"/>
          </a:xfrm>
          <a:prstGeom prst="roundRect">
            <a:avLst>
              <a:gd name="adj" fmla="val 53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26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Report a flood, landslide, fire or blocked road with a photo or video. Find the nearest shelter with space, food, water and medical help.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371600"/>
            <a:ext cx="2560320" cy="3200400"/>
          </a:xfrm>
          <a:prstGeom prst="roundRect">
            <a:avLst>
              <a:gd name="adj" fmla="val 53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20440" y="160020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7830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Rescue teams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926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See which teams are free, what they carry (boat, ambulance, medical kit) and which incident they are on. Dispatch the closest match in one click.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1371600"/>
            <a:ext cx="2560320" cy="3200400"/>
          </a:xfrm>
          <a:prstGeom prst="roundRect">
            <a:avLst>
              <a:gd name="adj" fmla="val 53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55080" y="160020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managers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92608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Watch every incident on a live map, broadcast alerts to nearby users, track stock, and follow missing and rescued people.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report to dispatch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499616" cy="2651760"/>
          </a:xfrm>
          <a:prstGeom prst="roundRect">
            <a:avLst>
              <a:gd name="adj" fmla="val 7317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17145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API gateway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834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Receives the report from the app or website.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938528" y="23317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›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139696" y="1371600"/>
            <a:ext cx="1499616" cy="2651760"/>
          </a:xfrm>
          <a:prstGeom prst="roundRect">
            <a:avLst>
              <a:gd name="adj" fmla="val 7317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9464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484" y="17145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31136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31136" y="228600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Serverless function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249424" y="2834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Classifies the incident and scores priority 0 to 100.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621024" y="23317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›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3822192" y="1371600"/>
            <a:ext cx="1499616" cy="2651760"/>
          </a:xfrm>
          <a:prstGeom prst="roundRect">
            <a:avLst>
              <a:gd name="adj" fmla="val 7317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5196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7145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913632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913632" y="228600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Cloud database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3931920" y="2834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Stores the incident, photos and location.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303520" y="23317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5504688" y="1371600"/>
            <a:ext cx="1499616" cy="2651760"/>
          </a:xfrm>
          <a:prstGeom prst="roundRect">
            <a:avLst>
              <a:gd name="adj" fmla="val 7317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934456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171450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596128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596128" y="228600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Notification service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5614416" y="2834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Alerts the right team and nearby residents.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986016" y="233172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›</a:t>
            </a:r>
            <a:endParaRPr lang="en-US" sz="2000" dirty="0"/>
          </a:p>
        </p:txBody>
      </p:sp>
      <p:sp>
        <p:nvSpPr>
          <p:cNvPr id="31" name="Shape 25"/>
          <p:cNvSpPr/>
          <p:nvPr/>
        </p:nvSpPr>
        <p:spPr>
          <a:xfrm>
            <a:off x="7187184" y="1371600"/>
            <a:ext cx="1499616" cy="2651760"/>
          </a:xfrm>
          <a:prstGeom prst="roundRect">
            <a:avLst>
              <a:gd name="adj" fmla="val 7317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616952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972" y="171450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278624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7278624" y="228600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Auto-scaling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7296912" y="2834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Adds capacity automatically when reports surge.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Every report follows the same path, so nothing waits in a queue by accident.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an emergency in four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Choose the type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824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Flood, landslide, fire, road block, medical emergency or people trapped.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945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Pin your location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054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Tap the map; the nearest area and shelter are shown.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0175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Add details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3284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People affected, plus up to 5 photos or videos.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8404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Submit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1513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 report is scored and queued instantly.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0" y="1371600"/>
            <a:ext cx="3200400" cy="32004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76072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PRIORITY SCORE (EXAMPLE)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 /100</a:t>
            </a:r>
            <a:endParaRPr lang="en-US" sz="6600" dirty="0"/>
          </a:p>
        </p:txBody>
      </p:sp>
      <p:sp>
        <p:nvSpPr>
          <p:cNvPr id="22" name="Shape 20"/>
          <p:cNvSpPr/>
          <p:nvPr/>
        </p:nvSpPr>
        <p:spPr>
          <a:xfrm>
            <a:off x="5760720" y="3063240"/>
            <a:ext cx="2743200" cy="16459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3063240"/>
            <a:ext cx="2523744" cy="16459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6072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Critical priority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3794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Higher scores put the incident at the top of the rescue queue.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command center, live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499616" cy="1005840"/>
          </a:xfrm>
          <a:prstGeom prst="roundRect">
            <a:avLst>
              <a:gd name="adj" fmla="val 10909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Active incidents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39696" y="1280160"/>
            <a:ext cx="1499616" cy="1005840"/>
          </a:xfrm>
          <a:prstGeom prst="roundRect">
            <a:avLst>
              <a:gd name="adj" fmla="val 10909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39696" y="132588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139696" y="19202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Critical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22192" y="1280160"/>
            <a:ext cx="1499616" cy="1005840"/>
          </a:xfrm>
          <a:prstGeom prst="roundRect">
            <a:avLst>
              <a:gd name="adj" fmla="val 10909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22192" y="132588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4,821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822192" y="19202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People affected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04688" y="1280160"/>
            <a:ext cx="1499616" cy="1005840"/>
          </a:xfrm>
          <a:prstGeom prst="roundRect">
            <a:avLst>
              <a:gd name="adj" fmla="val 10909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04688" y="132588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504688" y="19202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Shelters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87184" y="1280160"/>
            <a:ext cx="1499616" cy="1005840"/>
          </a:xfrm>
          <a:prstGeom prst="roundRect">
            <a:avLst>
              <a:gd name="adj" fmla="val 10909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87184" y="1325880"/>
            <a:ext cx="1499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187184" y="19202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Rescue teams</a:t>
            </a:r>
            <a:endParaRPr lang="en-US" sz="1200" dirty="0"/>
          </a:p>
        </p:txBody>
      </p:sp>
      <p:graphicFrame>
        <p:nvGraphicFramePr>
          <p:cNvPr id="8" name="Incid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42976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55448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#CR-1027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#CR-1026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Landslide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Kothamangalam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#CR-1025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block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Perumbavoor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9" name="Schematic live map" descr="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514600"/>
            <a:ext cx="3703320" cy="229514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57200" y="4526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Sample data from the demo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safety map and shelters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Affected roads, danger zones, safe zones and shelters, refreshed every few seconds.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258568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945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Road open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0" y="2258568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21945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 caution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42616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786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Road blocked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2642616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5786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Danger zone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26664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9626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Safe zone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77440" y="3026664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51760" y="29626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Shelter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178308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12,580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14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Food packets in stock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77440" y="3520440"/>
            <a:ext cx="1783080" cy="1051560"/>
          </a:xfrm>
          <a:prstGeom prst="roundRect">
            <a:avLst>
              <a:gd name="adj" fmla="val 1043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7744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8,420 L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2377440" y="4114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Drinking water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325880"/>
            <a:ext cx="402336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846320" y="1399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Government School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16733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Aluva, 1.4 km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14173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320 / 500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1947672"/>
            <a:ext cx="3657600" cy="10972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947672"/>
            <a:ext cx="2340864" cy="10972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2075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Food, water, medical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423160"/>
            <a:ext cx="402336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4846320" y="24963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Community Hall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27706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Perumbavoor, 2.1 km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2514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460 / 500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46320" y="3044952"/>
            <a:ext cx="3657600" cy="10972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044952"/>
            <a:ext cx="3364992" cy="10972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46320" y="3172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Food, water  |  nearly full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520440"/>
            <a:ext cx="402336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4846320" y="3593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Relief Centre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846320" y="38679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Kalamassery, 4.8 km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223760" y="36118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180 / 700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846320" y="4142232"/>
            <a:ext cx="3657600" cy="10972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4142232"/>
            <a:ext cx="940526" cy="10972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46320" y="42702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Food, water, medical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positive side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9047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616202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904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Instant triage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3055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Every report is scored 0 to 100 and queued at once.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49047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1616202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14904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One live view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13055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Citizens, teams and managers share the same data.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149047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1616202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9440" y="14904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One-click dispatch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13055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Send the closest free team with the right equipment.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301752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18211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307842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1821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Safer choices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22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See the nearest shelter with space, food, water and medical help.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91840" y="301752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74720" y="318211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450" y="3307842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14800" y="31821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Built to scale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822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Auto-scaling adds capacity when reports surge.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126480" y="301752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309360" y="318211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090" y="3307842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49440" y="31821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Resources tracked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309360" y="3822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Follow stock, missing and rescued people in real time.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reports. Safer Kerala.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In a real emergency, call first. Then report so teams can see where you are.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499616" cy="1737360"/>
          </a:xfrm>
          <a:prstGeom prst="roundRect">
            <a:avLst>
              <a:gd name="adj" fmla="val 731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2860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National emergency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39696" y="2103120"/>
            <a:ext cx="1499616" cy="1737360"/>
          </a:xfrm>
          <a:prstGeom prst="roundRect">
            <a:avLst>
              <a:gd name="adj" fmla="val 7317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9696" y="22860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2231136" y="31089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Ambulance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22192" y="2103120"/>
            <a:ext cx="1499616" cy="1737360"/>
          </a:xfrm>
          <a:prstGeom prst="roundRect">
            <a:avLst>
              <a:gd name="adj" fmla="val 7317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22192" y="22860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3913632" y="31089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Fire and rescue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04688" y="2103120"/>
            <a:ext cx="1499616" cy="1737360"/>
          </a:xfrm>
          <a:prstGeom prst="roundRect">
            <a:avLst>
              <a:gd name="adj" fmla="val 7317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04688" y="22860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5596128" y="31089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Police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87184" y="2103120"/>
            <a:ext cx="1499616" cy="1737360"/>
          </a:xfrm>
          <a:prstGeom prst="roundRect">
            <a:avLst>
              <a:gd name="adj" fmla="val 7317"/>
            </a:avLst>
          </a:prstGeom>
          <a:solidFill>
            <a:schemeClr val="tx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87184" y="22860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1077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7278624" y="3108960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District control room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bg2"/>
                </a:solidFill>
              </a:rPr>
              <a:t>CloudRescue is a prototype with demo data. It is not for real navigation.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oudRescue">
  <a:themeElements>
    <a:clrScheme name="CloudRescue">
      <a:dk1>
        <a:srgbClr val="0B2A33"/>
      </a:dk1>
      <a:lt1>
        <a:srgbClr val="FFFFFF"/>
      </a:lt1>
      <a:dk2>
        <a:srgbClr val="04141A"/>
      </a:dk2>
      <a:lt2>
        <a:srgbClr val="EEF3F2"/>
      </a:lt2>
      <a:accent1>
        <a:srgbClr val="0E6E8C"/>
      </a:accent1>
      <a:accent2>
        <a:srgbClr val="4CC3E6"/>
      </a:accent2>
      <a:accent3>
        <a:srgbClr val="D63A2F"/>
      </a:accent3>
      <a:accent4>
        <a:srgbClr val="E39A14"/>
      </a:accent4>
      <a:accent5>
        <a:srgbClr val="1F8A4C"/>
      </a:accent5>
      <a:accent6>
        <a:srgbClr val="57707A"/>
      </a:accent6>
      <a:hlink>
        <a:srgbClr val="0E6E8C"/>
      </a:hlink>
      <a:folHlink>
        <a:srgbClr val="57707A"/>
      </a:folHlink>
    </a:clrScheme>
    <a:fontScheme name="CloudResc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CloudRescue - Disaster response for Kerala</dc:title>
  <dc:subject>PptxGenJS Presentation</dc:subject>
  <dc:creator>PptxGenJS</dc:creator>
  <cp:lastModifiedBy>PptxGenJS</cp:lastModifiedBy>
  <cp:revision>1</cp:revision>
  <dcterms:created xsi:type="dcterms:W3CDTF">2026-10-09T05:53:25Z</dcterms:created>
  <dcterms:modified xsi:type="dcterms:W3CDTF">2026-10-09T05:53:25Z</dcterms:modified>
</cp:coreProperties>
</file>